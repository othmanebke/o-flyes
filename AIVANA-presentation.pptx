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74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28016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9354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AIVANA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Coordonner et piloter un projet de développement d'applications logicielles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Othmane Bouakline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 DU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AIVANA en une phrase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chatbot qui comprend un budget et des dates, et propose des destinations avec de </a:t>
            </a:r>
            <a:r>
              <a:rPr lang="en-US" sz="2100" b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vrais prix</a:t>
            </a:r>
            <a:r>
              <a:rPr lang="en-US" sz="21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jamais inventés.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B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142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+ dates → propositions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3291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B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Prix réels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4142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vols / hôtels récupérés en direct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B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42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 au voyage, suivi du budget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06840" y="32918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B2338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897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Roadtrip 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89720" y="4142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itinéraire généré automatiquement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8547" y="72399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MÉTHODOLOGIE &amp; PLANIFICATION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méthode agile </a:t>
            </a:r>
            <a:r>
              <a:rPr lang="en-US" sz="2800" dirty="0" err="1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allégée</a:t>
            </a:r>
            <a:r>
              <a:rPr lang="en-US" sz="2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adaptée au solo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02152" cy="3246120"/>
          </a:xfrm>
          <a:prstGeom prst="roundRect">
            <a:avLst>
              <a:gd name="adj" fmla="val 1690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377440"/>
            <a:ext cx="45720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871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Méthode choisie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2980944"/>
            <a:ext cx="29992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Agile, sans cadre lourd type Scrum pas d'équipe à coordonner.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travail est découpé en petites livraisons, 224 au total, chacune typée : fonctionnalité, correctif, nettoyage, doc, test.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2103120"/>
            <a:ext cx="3502152" cy="3246120"/>
          </a:xfrm>
          <a:prstGeom prst="roundRect">
            <a:avLst>
              <a:gd name="adj" fmla="val 1690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1144" y="2377440"/>
            <a:ext cx="45720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4871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Outil de planification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1144" y="2980944"/>
            <a:ext cx="29992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Gantt figé à l'avance, qui aurait été faux au bout d'une semaine. L'historique Git sert d'outil de planification et de suivi, adapté à un périmètre qui bougeait selon les retours jury.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0144" y="2103120"/>
            <a:ext cx="3502152" cy="3246120"/>
          </a:xfrm>
          <a:prstGeom prst="roundRect">
            <a:avLst>
              <a:gd name="adj" fmla="val 1690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2377440"/>
            <a:ext cx="45720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24871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identifiées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66176" y="2980944"/>
            <a:ext cx="299923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Socle technique → crise et arbitrage d'architecture → fonctionnalités clés → sprint IA intensif → mission qualité (tests, sécurité) → finitions.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</a:t>
            </a: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phase est datée et tracée.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DE L'AVANCEMENT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Piloter sans outil de planning dédié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 SUIVIS EN CONTINU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Avancement</a:t>
            </a:r>
            <a:r>
              <a:rPr lang="en-US" sz="125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fonctionnel : la fonctionnalité marche-t-elle de bout en bout 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86207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Fiabilité</a:t>
            </a:r>
            <a:r>
              <a:rPr lang="en-US" sz="125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le déploiement passe-t-il, les tests sont-ils au vert 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27355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</a:t>
            </a:r>
            <a:r>
              <a:rPr lang="en-US" sz="125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budget de temps sur 5 mois, phases intenses et phases calmes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déploiement continu sur Vercel sert d'alarme immédiate : si le site casse en ligne, c'est visible tout de suite.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BORD, EN CHIFFRES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450592"/>
            <a:ext cx="1261872" cy="1143000"/>
          </a:xfrm>
          <a:prstGeom prst="roundRect">
            <a:avLst>
              <a:gd name="adj" fmla="val 4800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60320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37960" y="320954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63840" y="2450592"/>
            <a:ext cx="1261872" cy="1143000"/>
          </a:xfrm>
          <a:prstGeom prst="roundRect">
            <a:avLst>
              <a:gd name="adj" fmla="val 4800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560320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09560" y="320954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35440" y="2450592"/>
            <a:ext cx="1261872" cy="1143000"/>
          </a:xfrm>
          <a:prstGeom prst="roundRect">
            <a:avLst>
              <a:gd name="adj" fmla="val 4800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2560320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320954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verts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607040" y="2450592"/>
            <a:ext cx="1261872" cy="1143000"/>
          </a:xfrm>
          <a:prstGeom prst="roundRect">
            <a:avLst>
              <a:gd name="adj" fmla="val 4800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0" y="2560320"/>
            <a:ext cx="1261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652760" y="3209544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3794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un rapport technique complet rédigé à mi-parcours, comme photo de l'état du projet à date.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72838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ARBITRAGE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microservices → 1 application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PROBLÈME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éclatée en 9 services, déployés sur un hébergeur gratuit : conflits de ports et échecs de déploiement en boucle fin février, jusqu'à revenir en arrière une fois.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Regrouper les 9 services en une seule application (« monolithe »). Migration en quelques jours début mars, avant la poursuite du développement.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 stabilisé pour le reste du </a:t>
            </a:r>
            <a:r>
              <a:rPr lang="en-US" sz="125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</a:t>
            </a:r>
            <a:r>
              <a:rPr lang="en-US" sz="12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la simplicité a été préférée à la scalabilité théorique, au bon moment du projet.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C7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AUTRE EXEMPLE — plus produit : le chatbot inventait parfois des prix (hallucination) </a:t>
            </a:r>
            <a:r>
              <a:rPr lang="en-US" sz="1150" i="1" dirty="0" err="1">
                <a:solidFill>
                  <a:srgbClr val="8C7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</a:t>
            </a:r>
            <a:r>
              <a:rPr lang="en-US" sz="1150" i="1" dirty="0">
                <a:solidFill>
                  <a:srgbClr val="8C7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: il ne propose plus que des idées, jamais de prix  les prix réels sont toujours récupérés à part.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797501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Piloter un projet... seul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377440"/>
            <a:ext cx="45720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871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envers moi-même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035808"/>
            <a:ext cx="299923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Plutôt « directif » : des règles strictes et non </a:t>
            </a:r>
            <a:r>
              <a:rPr lang="en-US" sz="115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négociables</a:t>
            </a: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toujours préfixer les commits par type, toujours garder une version qui fonctionne avant de commencer une nouvelle fonctionnalité.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2103120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81144" y="2377440"/>
            <a:ext cx="45720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4871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Délégation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1144" y="3035808"/>
            <a:ext cx="299923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Plutôt « délégatif » sur les tâches répétitives : usage d'outils d'IA comme assistants de code pour les refactors mécaniques, ce qui a libéré du temps pour les décisions produit.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10144" y="2103120"/>
            <a:ext cx="3502152" cy="3520440"/>
          </a:xfrm>
          <a:prstGeom prst="roundRect">
            <a:avLst>
              <a:gd name="adj" fmla="val 1567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2377440"/>
            <a:ext cx="45720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24871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j'avais eu une équipe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6176" y="3035808"/>
            <a:ext cx="299923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Répartition par pôles naturels du code : front/UI, intégrations API externes, IA/chatbot, sécurité/</a:t>
            </a:r>
            <a:r>
              <a:rPr lang="en-US" sz="115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</a:t>
            </a: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</a:t>
            </a:r>
            <a:r>
              <a:rPr lang="en-US" sz="11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matrice RACI simple, avec moi responsable et redevable de l'ensemble.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75707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COMPÉTENCES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Repérer un manque, et le combler avant la fin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MANQUE IDENTIFIÉ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départ, sécurité base de données et tests automatisés mal </a:t>
            </a:r>
            <a:r>
              <a:rPr lang="en-US" sz="1300" dirty="0" err="1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maîtrisés</a:t>
            </a: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le projet a tourné plusieurs mois sans un seul test.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MONTÉE EN COMPÉTENCE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 en autonomie via la documentation officielle, puis application directe sur le code existant.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88136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 — DÉBUT JUIN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Sécurité</a:t>
            </a:r>
            <a:r>
              <a:rPr lang="en-US" sz="12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(RLS) documentée en commentaires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7731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tests ajoutés sur les fonctions les plus sensibles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15721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 technique complet rédigé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DÉMONSTRATION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parcours qui va suivre, à l'écran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Connexion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 utilisateur sécurisé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2971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+ dates → destinations, prix réels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Voyage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2971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 de vols / hôtels / activités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210312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61D2E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C7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8972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89720" y="2971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suivi + itinéraire généré par l'IA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9319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61D2E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931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aivanaflyes.vercel.app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OÙ EN EST LE PROJET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 &amp; perspectives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 IA + prix réels vols/hôtels/activités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budget &amp; réservations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912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Comptes</a:t>
            </a: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utilisateurs sécurisés, isolés par utilisateur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5753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tests automatisés sur les calculs critiques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F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Connexion</a:t>
            </a:r>
            <a:r>
              <a:rPr lang="en-US" sz="13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Gmail / Outlook et </a:t>
            </a:r>
            <a:r>
              <a:rPr lang="en-US" sz="130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autres</a:t>
            </a:r>
            <a:r>
              <a:rPr lang="en-US" sz="13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 telephone , </a:t>
            </a:r>
            <a:r>
              <a:rPr lang="en-US" sz="130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r>
              <a:rPr lang="en-US" sz="13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, </a:t>
            </a:r>
            <a:r>
              <a:rPr lang="en-US" sz="130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</a:t>
            </a:r>
            <a:r>
              <a:rPr lang="en-US" sz="13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etc</a:t>
            </a:r>
            <a:r>
              <a:rPr lang="en-US" sz="13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Paiement</a:t>
            </a:r>
            <a:r>
              <a:rPr lang="en-US" sz="13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</a:t>
            </a:r>
            <a:r>
              <a:rPr lang="en-US" sz="1300" dirty="0" err="1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ligne</a:t>
            </a:r>
            <a:r>
              <a:rPr lang="en-US" sz="1300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880360"/>
            <a:ext cx="1280160" cy="0"/>
          </a:xfrm>
          <a:prstGeom prst="line">
            <a:avLst/>
          </a:prstGeom>
          <a:noFill/>
          <a:ln w="25400">
            <a:solidFill>
              <a:srgbClr val="D4A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919344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7B0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AIVANA  —  aivanaflyes.vercel.app  —  Othmane Bouakline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745</Words>
  <Application>Microsoft Office PowerPoint</Application>
  <PresentationFormat>Grand écran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AIVANA — Bloc 3 — Coordonner et piloter un projet</dc:title>
  <dc:subject>PptxGenJS Presentation</dc:subject>
  <dc:creator>Othmane Bouakline</dc:creator>
  <cp:lastModifiedBy>BOUAKLINE Othmane</cp:lastModifiedBy>
  <cp:revision>3</cp:revision>
  <dcterms:created xsi:type="dcterms:W3CDTF">2026-09-08T19:29:29Z</dcterms:created>
  <dcterms:modified xsi:type="dcterms:W3CDTF">2026-09-08T19:47:13Z</dcterms:modified>
</cp:coreProperties>
</file>